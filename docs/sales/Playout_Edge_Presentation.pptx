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PLAYOUT EDGE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автоматизации телевизионного вещания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adapto.kz |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Проблемы управления вещанием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Ручное управление расписанием = ошибки и простои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Нет единого контроля над всеми устройствами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Отсутствие аудита и доказательства выхода контента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Невозможность обновлять данные в реальном времени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Playout Edge — единая платформа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46304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A896"/>
                </a:solidFill>
              </a:rPr>
              <a:t>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15087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за 2 минуты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1188720"/>
            <a:ext cx="4114800" cy="146304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A896"/>
                </a:solidFill>
              </a:rPr>
              <a:t>📺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897880" y="15087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10,000+ экранами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114800" cy="146304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A896"/>
                </a:solidFill>
              </a:rPr>
              <a:t>📡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в реальном времени (≤2 сек)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2834640"/>
            <a:ext cx="4114800" cy="1463040"/>
          </a:xfrm>
          <a:prstGeom prst="round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A896"/>
                </a:solidFill>
              </a:rPr>
              <a:t>✓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897880" y="31546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аудит всех действий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 платформы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371600"/>
            <a:ext cx="1645920" cy="731520"/>
          </a:xfrm>
          <a:prstGeom prst="rect">
            <a:avLst/>
          </a:prstGeom>
          <a:solidFill>
            <a:srgbClr val="1E2761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463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Админ-панель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600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17520" y="1371600"/>
            <a:ext cx="1645920" cy="731520"/>
          </a:xfrm>
          <a:prstGeom prst="rect">
            <a:avLst/>
          </a:prstGeom>
          <a:solidFill>
            <a:srgbClr val="1E2761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0" y="1463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7760" y="1371600"/>
            <a:ext cx="1645920" cy="731520"/>
          </a:xfrm>
          <a:prstGeom prst="rect">
            <a:avLst/>
          </a:prstGeom>
          <a:solidFill>
            <a:srgbClr val="1E2761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463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1600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0" y="1371600"/>
            <a:ext cx="1645920" cy="731520"/>
          </a:xfrm>
          <a:prstGeom prst="rect">
            <a:avLst/>
          </a:prstGeom>
          <a:solidFill>
            <a:srgbClr val="1E2761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1463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(Android TV)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Наложения в реальном времени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2926080"/>
            <a:ext cx="1188720" cy="45720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2926080"/>
            <a:ext cx="1188720" cy="45720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Бегущая строка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0" y="2926080"/>
            <a:ext cx="1188720" cy="45720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Таблицы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0" y="2926080"/>
            <a:ext cx="1188720" cy="45720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0" y="2926080"/>
            <a:ext cx="1188720" cy="45720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QR-коды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SSE для синхронизации | ≤2 сек latency | Offline кэширование контента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Управление каналами и расписанием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Создание и управление каналами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Draft → Publish workflow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23113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Контроль версий и откат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79806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Фильтры по времени и дням недели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3649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Мультиязычная поддержка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097280"/>
            <a:ext cx="3657600" cy="3017520"/>
          </a:xfrm>
          <a:prstGeom prst="roundRect">
            <a:avLst/>
          </a:prstGeom>
          <a:solidFill>
            <a:srgbClr val="1E2761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A896"/>
                </a:solidFill>
              </a:rPr>
              <a:t>⚡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≤2 мин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029200" y="2697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публикации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3383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создания канала до выхода в эфир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Управление устройствами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QR-код для регистрации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Мгновенная регистрация новых устройств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00600" y="1097280"/>
            <a:ext cx="411480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мониторинг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83480" y="16459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Отслеживание статуса online/offline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11480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Удалённые команды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Перезагрузка и управление на расстоянии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2606040"/>
            <a:ext cx="411480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Группировка устройств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3154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 по магазинам, регионам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3703320"/>
            <a:ext cx="5486400" cy="86868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20240" y="379476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10,000+ устройств под контролем  |  99% uptime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Наложения в реальном времени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отличительный признак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188720"/>
          </a:xfrm>
          <a:prstGeom prst="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Текстовые наложения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51760" cy="1188720"/>
          </a:xfrm>
          <a:prstGeom prst="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</a:rPr>
              <a:t>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2044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Бегущая строка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651760" cy="1188720"/>
          </a:xfrm>
          <a:prstGeom prst="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</a:rPr>
              <a:t>🔢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Таблицы очередей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651760" cy="1188720"/>
          </a:xfrm>
          <a:prstGeom prst="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971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</a:rPr>
              <a:t>📈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плитки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834640"/>
            <a:ext cx="2651760" cy="1188720"/>
          </a:xfrm>
          <a:prstGeom prst="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2971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</a:rPr>
              <a:t>◼️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520440" y="3429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QR-коды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834640"/>
            <a:ext cx="2651760" cy="1188720"/>
          </a:xfrm>
          <a:prstGeom prst="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2971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</a:rPr>
              <a:t>⚠️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00800" y="3429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Чрезвычайные оповещения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4114800"/>
            <a:ext cx="6400800" cy="731520"/>
          </a:xfrm>
          <a:prstGeom prst="rect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554480" y="42062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Latency ≤ 2 сек  |  Server-Sent Events (SSE)  |  Синхронизация в реальном времени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Аудит и отчётность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аудит-лог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действие записывается с дифф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00600" y="1097280"/>
            <a:ext cx="4114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As-Run Verification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83480" y="16459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Доказательство выхода контента в эфир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114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оповещений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Отслеживание критических событий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2606040"/>
            <a:ext cx="4114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отчётов (CSV)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3154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отчёты для аудита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3703320"/>
            <a:ext cx="6400800" cy="868680"/>
          </a:xfrm>
          <a:prstGeom prst="roundRect">
            <a:avLst/>
          </a:prstGeom>
          <a:solidFill>
            <a:srgbClr val="1E2761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54480" y="379476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Полная прозрачность каждого действия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Безопасность и масштабируемость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25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896"/>
                </a:solidFill>
              </a:rPr>
              <a:t>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Мультитенантная изоляция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65176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325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896"/>
                </a:solidFill>
              </a:rPr>
              <a:t>👥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52044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(Admin/Operator/Viewer)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65176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325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896"/>
                </a:solidFill>
              </a:rPr>
              <a:t>🔐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подписанные URLs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65176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896"/>
                </a:solidFill>
              </a:rPr>
              <a:t>📦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развёртывание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2743200"/>
            <a:ext cx="265176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896"/>
                </a:solidFill>
              </a:rPr>
              <a:t>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520440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uptime SLA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743200"/>
            <a:ext cx="2651760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896"/>
                </a:solidFill>
              </a:rPr>
              <a:t>📈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00800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Масштабируется до 10,000+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Целевые сегменты рынка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463040" cy="1645920"/>
          </a:xfrm>
          <a:prstGeom prst="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</a:rPr>
              <a:t>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Телеканалы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Вещание и расписание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377440" y="1280160"/>
            <a:ext cx="1463040" cy="1645920"/>
          </a:xfrm>
          <a:prstGeom prst="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</a:rPr>
              <a:t>🏦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22860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управления очередями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23360" y="1280160"/>
            <a:ext cx="1463040" cy="1645920"/>
          </a:xfrm>
          <a:prstGeom prst="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2336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</a:rPr>
              <a:t>🛍️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Ритейл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22860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Цифровые вывески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669280" y="1280160"/>
            <a:ext cx="1463040" cy="1645920"/>
          </a:xfrm>
          <a:prstGeom prst="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</a:rPr>
              <a:t>🏥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76072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Здравоохранение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22860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Очереди пациентов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0" y="1280160"/>
            <a:ext cx="1463040" cy="1645920"/>
          </a:xfrm>
          <a:prstGeom prst="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</a:rPr>
              <a:t>🏢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0664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сектор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22860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коммуникации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Тарифные планы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9748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Пилот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50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устройств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Базовые функции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поддержка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051560"/>
            <a:ext cx="2697480" cy="365760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1887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Бизнес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600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$2,000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103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500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2560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 устройств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3017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Все функции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34747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24/7 поддержка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051560"/>
            <a:ext cx="269748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1887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Энтерпрайз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600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 запросу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2103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560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Неограниченно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3017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интеграции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4747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Dedicated team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Adapto?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Локальная команда в Казахстане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 поддержка и развитие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28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Быстрое развёртывание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недель от контракта до запуска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514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REST API и интеграции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Подключайте свои системы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Выделенная поддержка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assistance и консультации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на CIS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Растущая сеть по странам СНГ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Следующие шаги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737360" y="1280160"/>
            <a:ext cx="914400" cy="91440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Бесплатная демонстрация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914400" cy="91440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Пилотный проект за 4 недели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1280160"/>
            <a:ext cx="914400" cy="91440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1792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tv@adapto.kz  |  🌐 tv.adapto.kz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tv.adapto.kz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и предложения: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tv@adapto.kz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2026-02-14T20:00:40Z</dcterms:created>
  <dcterms:modified xsi:type="dcterms:W3CDTF">2026-02-14T20:00:40Z</dcterms:modified>
</cp:coreProperties>
</file>